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2007259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10829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3885132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3540237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2586458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3376382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248899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43001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2195761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740550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39EA8BA-D2E0-43B1-B9BE-7FB7BFD0C03B}" type="datetimeFigureOut">
              <a:rPr lang="en-IN" smtClean="0"/>
              <a:t>23-05-2026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28D388-DBCE-4670-84BD-2546AFEC8D5E}" type="slidenum">
              <a:rPr lang="en-IN" smtClean="0"/>
              <a:t>‹#›</a:t>
            </a:fld>
            <a:endParaRPr lang="en-IN" dirty="0"/>
          </a:p>
        </p:txBody>
      </p:sp>
    </p:spTree>
    <p:extLst>
      <p:ext uri="{BB962C8B-B14F-4D97-AF65-F5344CB8AC3E}">
        <p14:creationId xmlns:p14="http://schemas.microsoft.com/office/powerpoint/2010/main" val="176924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9EA8BA-D2E0-43B1-B9BE-7FB7BFD0C03B}" type="datetimeFigureOut">
              <a:rPr lang="en-IN" smtClean="0"/>
              <a:t>23-05-2026</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28D388-DBCE-4670-84BD-2546AFEC8D5E}" type="slidenum">
              <a:rPr lang="en-IN" smtClean="0"/>
              <a:t>‹#›</a:t>
            </a:fld>
            <a:endParaRPr lang="en-IN" dirty="0"/>
          </a:p>
        </p:txBody>
      </p:sp>
    </p:spTree>
    <p:extLst>
      <p:ext uri="{BB962C8B-B14F-4D97-AF65-F5344CB8AC3E}">
        <p14:creationId xmlns:p14="http://schemas.microsoft.com/office/powerpoint/2010/main" val="3780500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 y="82383"/>
            <a:ext cx="9120253" cy="1944216"/>
          </a:xfrm>
          <a:prstGeom prst="rect">
            <a:avLst/>
          </a:prstGeom>
          <a:noFill/>
          <a:ln>
            <a:noFill/>
          </a:ln>
        </p:spPr>
      </p:pic>
      <p:sp>
        <p:nvSpPr>
          <p:cNvPr id="6" name="Rectangle 5"/>
          <p:cNvSpPr/>
          <p:nvPr/>
        </p:nvSpPr>
        <p:spPr>
          <a:xfrm>
            <a:off x="107504" y="2139473"/>
            <a:ext cx="8928992" cy="353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Landing Page – About MAA</a:t>
            </a:r>
            <a:endParaRPr lang="en-IN" b="1" dirty="0"/>
          </a:p>
        </p:txBody>
      </p:sp>
      <p:sp>
        <p:nvSpPr>
          <p:cNvPr id="9" name="Content Placeholder 4"/>
          <p:cNvSpPr txBox="1">
            <a:spLocks/>
          </p:cNvSpPr>
          <p:nvPr>
            <p:custDataLst>
              <p:tags r:id="rId1"/>
            </p:custDataLst>
          </p:nvPr>
        </p:nvSpPr>
        <p:spPr>
          <a:xfrm>
            <a:off x="107504" y="2588922"/>
            <a:ext cx="8928992" cy="42973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GB" sz="1800" dirty="0">
              <a:solidFill>
                <a:schemeClr val="tx1"/>
              </a:solidFill>
            </a:endParaRPr>
          </a:p>
        </p:txBody>
      </p:sp>
      <p:sp>
        <p:nvSpPr>
          <p:cNvPr id="11" name="Rectangle 7">
            <a:extLst>
              <a:ext uri="{FF2B5EF4-FFF2-40B4-BE49-F238E27FC236}">
                <a16:creationId xmlns:a16="http://schemas.microsoft.com/office/drawing/2014/main" id="{9E638CF7-207E-4C09-0A8A-B0BBA086B65D}"/>
              </a:ext>
            </a:extLst>
          </p:cNvPr>
          <p:cNvSpPr>
            <a:spLocks noChangeArrowheads="1"/>
          </p:cNvSpPr>
          <p:nvPr/>
        </p:nvSpPr>
        <p:spPr bwMode="auto">
          <a:xfrm>
            <a:off x="107505" y="2635891"/>
            <a:ext cx="9012748" cy="4170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MAA Saraswati Veterinary Hospital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MAA Saraswati Veterinary Hospital was inaugurated in July 2024 and has since been providing healthcare services to all types of domestic animals.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Over the past 24 months, the hospital has treated more than 5,000 animals, including cattle, dogs, sheep, goats, poultry, and birds, making significant strides in delivering free veterinary care to animals in and around Hyderabad. Treatments include digestive, respiratory, skin, urinary, reproductive, poisoning, fever-related, mineral and vitamin deficiency, and orthopedic cases.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hospital is equipped with modern infrastructure to conduct laboratory tests and perform major surgeries for a wide range of animals, including cows, dogs, sheep, goats, pigs, poultry, and birds. Currently, the hospital has a dedicated team of 10 doctors and para-veterinary staff working every day.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MAA Saraswati Veterinary Hospital also operates a dedicated ambulance service to rescue and transport animals within the twin cities and up to 100 kilometers from Hyderabad.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MAA is able to provide the highest level of animal healthcare completely free of cost, made possible through the generous support of benevolent donors from Hyderabad and across the country.</a:t>
            </a:r>
          </a:p>
        </p:txBody>
      </p:sp>
    </p:spTree>
    <p:extLst>
      <p:ext uri="{BB962C8B-B14F-4D97-AF65-F5344CB8AC3E}">
        <p14:creationId xmlns:p14="http://schemas.microsoft.com/office/powerpoint/2010/main" val="1540672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D169-0B39-C53A-9F37-AD258EAC1246}"/>
              </a:ext>
            </a:extLst>
          </p:cNvPr>
          <p:cNvSpPr>
            <a:spLocks noGrp="1"/>
          </p:cNvSpPr>
          <p:nvPr>
            <p:ph type="title"/>
          </p:nvPr>
        </p:nvSpPr>
        <p:spPr>
          <a:xfrm>
            <a:off x="395536" y="2060848"/>
            <a:ext cx="8229600" cy="436910"/>
          </a:xfrm>
        </p:spPr>
        <p:txBody>
          <a:bodyPr>
            <a:normAutofit/>
          </a:bodyPr>
          <a:lstStyle/>
          <a:p>
            <a:r>
              <a:rPr lang="en-IN" sz="1600" dirty="0"/>
              <a:t>Mission &amp; Vision</a:t>
            </a:r>
          </a:p>
        </p:txBody>
      </p:sp>
      <p:sp>
        <p:nvSpPr>
          <p:cNvPr id="3" name="Content Placeholder 2">
            <a:extLst>
              <a:ext uri="{FF2B5EF4-FFF2-40B4-BE49-F238E27FC236}">
                <a16:creationId xmlns:a16="http://schemas.microsoft.com/office/drawing/2014/main" id="{A8F368A5-E6A9-D09E-AA16-85C4D9EF14CA}"/>
              </a:ext>
            </a:extLst>
          </p:cNvPr>
          <p:cNvSpPr>
            <a:spLocks noGrp="1"/>
          </p:cNvSpPr>
          <p:nvPr>
            <p:ph idx="1"/>
          </p:nvPr>
        </p:nvSpPr>
        <p:spPr>
          <a:xfrm>
            <a:off x="297785" y="2935485"/>
            <a:ext cx="8229600" cy="2941787"/>
          </a:xfrm>
        </p:spPr>
        <p:txBody>
          <a:bodyPr>
            <a:normAutofit/>
          </a:bodyPr>
          <a:lstStyle/>
          <a:p>
            <a:pPr marL="0" indent="0">
              <a:buNone/>
            </a:pPr>
            <a:r>
              <a:rPr lang="en-US" sz="1600" b="1" dirty="0"/>
              <a:t>Compassionate &amp; Professional</a:t>
            </a:r>
          </a:p>
          <a:p>
            <a:r>
              <a:rPr lang="en-US" sz="1600" dirty="0"/>
              <a:t>To provide compassionate, high-quality veterinary care that enhances the health, well-being, and quality of life of every animal we serve.</a:t>
            </a:r>
          </a:p>
          <a:p>
            <a:pPr marL="0" indent="0">
              <a:buNone/>
            </a:pPr>
            <a:endParaRPr lang="en-US" sz="1600" dirty="0"/>
          </a:p>
          <a:p>
            <a:pPr marL="0" indent="0">
              <a:buNone/>
            </a:pPr>
            <a:r>
              <a:rPr lang="en-US" sz="1600" b="1" dirty="0"/>
              <a:t>Modern &amp; Advanced Care</a:t>
            </a:r>
          </a:p>
          <a:p>
            <a:r>
              <a:rPr lang="en-US" sz="1600" dirty="0"/>
              <a:t>To deliver advanced veterinary medicine with empathy, integrity, and a commitment to excellence in animal healthcare and advocating their welfare</a:t>
            </a:r>
          </a:p>
          <a:p>
            <a:pPr marL="0" indent="0">
              <a:buNone/>
            </a:pPr>
            <a:endParaRPr lang="en-US" sz="1600" dirty="0"/>
          </a:p>
          <a:p>
            <a:endParaRPr lang="en-IN" sz="1600" dirty="0"/>
          </a:p>
        </p:txBody>
      </p:sp>
      <p:pic>
        <p:nvPicPr>
          <p:cNvPr id="5" name="Picture 4">
            <a:extLst>
              <a:ext uri="{FF2B5EF4-FFF2-40B4-BE49-F238E27FC236}">
                <a16:creationId xmlns:a16="http://schemas.microsoft.com/office/drawing/2014/main" id="{98CFB444-0AF0-67A8-4AC2-CC810703F19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 y="82383"/>
            <a:ext cx="9120253" cy="1944216"/>
          </a:xfrm>
          <a:prstGeom prst="rect">
            <a:avLst/>
          </a:prstGeom>
          <a:noFill/>
          <a:ln>
            <a:noFill/>
          </a:ln>
        </p:spPr>
      </p:pic>
    </p:spTree>
    <p:extLst>
      <p:ext uri="{BB962C8B-B14F-4D97-AF65-F5344CB8AC3E}">
        <p14:creationId xmlns:p14="http://schemas.microsoft.com/office/powerpoint/2010/main" val="2608658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07504" y="116632"/>
            <a:ext cx="8928992" cy="1944216"/>
          </a:xfrm>
          <a:prstGeom prst="rect">
            <a:avLst/>
          </a:prstGeom>
          <a:noFill/>
          <a:ln>
            <a:noFill/>
          </a:ln>
        </p:spPr>
      </p:pic>
      <p:sp>
        <p:nvSpPr>
          <p:cNvPr id="6" name="Rectangle 5"/>
          <p:cNvSpPr/>
          <p:nvPr/>
        </p:nvSpPr>
        <p:spPr>
          <a:xfrm>
            <a:off x="107504" y="2139473"/>
            <a:ext cx="8928992" cy="353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Menu</a:t>
            </a:r>
          </a:p>
        </p:txBody>
      </p:sp>
      <p:sp>
        <p:nvSpPr>
          <p:cNvPr id="2" name="TextBox 1"/>
          <p:cNvSpPr txBox="1"/>
          <p:nvPr/>
        </p:nvSpPr>
        <p:spPr>
          <a:xfrm>
            <a:off x="3491880" y="2996952"/>
            <a:ext cx="2448272" cy="2862322"/>
          </a:xfrm>
          <a:prstGeom prst="rect">
            <a:avLst/>
          </a:prstGeom>
          <a:noFill/>
        </p:spPr>
        <p:txBody>
          <a:bodyPr wrap="square" rtlCol="0">
            <a:spAutoFit/>
          </a:bodyPr>
          <a:lstStyle/>
          <a:p>
            <a:r>
              <a:rPr lang="en-US" dirty="0"/>
              <a:t>HOME</a:t>
            </a:r>
          </a:p>
          <a:p>
            <a:r>
              <a:rPr lang="en-US" dirty="0"/>
              <a:t>ABOUT US</a:t>
            </a:r>
          </a:p>
          <a:p>
            <a:r>
              <a:rPr lang="en-US" dirty="0"/>
              <a:t>INFRASTRUCTRE</a:t>
            </a:r>
          </a:p>
          <a:p>
            <a:r>
              <a:rPr lang="en-US" dirty="0"/>
              <a:t>MEDICAL FACILITIES</a:t>
            </a:r>
          </a:p>
          <a:p>
            <a:r>
              <a:rPr lang="en-US" dirty="0"/>
              <a:t>OUR TEAM</a:t>
            </a:r>
          </a:p>
          <a:p>
            <a:r>
              <a:rPr lang="en-US" dirty="0"/>
              <a:t>PHOTO GALLERY</a:t>
            </a:r>
          </a:p>
          <a:p>
            <a:r>
              <a:rPr lang="en-US" dirty="0"/>
              <a:t>CSR ACTVITIES</a:t>
            </a:r>
          </a:p>
          <a:p>
            <a:pPr marL="285750" indent="-285750">
              <a:buFontTx/>
              <a:buChar char="-"/>
            </a:pPr>
            <a:r>
              <a:rPr lang="en-US" dirty="0"/>
              <a:t>Ways to Donate</a:t>
            </a:r>
          </a:p>
          <a:p>
            <a:pPr marL="285750" indent="-285750">
              <a:buFontTx/>
              <a:buChar char="-"/>
            </a:pPr>
            <a:r>
              <a:rPr lang="en-US" dirty="0"/>
              <a:t>Sponsor our Needs</a:t>
            </a:r>
          </a:p>
          <a:p>
            <a:r>
              <a:rPr lang="en-US" dirty="0"/>
              <a:t>CONTACT US</a:t>
            </a:r>
            <a:endParaRPr lang="en-IN" dirty="0"/>
          </a:p>
        </p:txBody>
      </p:sp>
    </p:spTree>
    <p:extLst>
      <p:ext uri="{BB962C8B-B14F-4D97-AF65-F5344CB8AC3E}">
        <p14:creationId xmlns:p14="http://schemas.microsoft.com/office/powerpoint/2010/main" val="33494422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293</Words>
  <Application>Microsoft Office PowerPoint</Application>
  <PresentationFormat>On-screen Show (4:3)</PresentationFormat>
  <Paragraphs>25</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Mission &amp; Vision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Srinivasan S</cp:lastModifiedBy>
  <cp:revision>4</cp:revision>
  <dcterms:created xsi:type="dcterms:W3CDTF">2025-06-12T10:57:45Z</dcterms:created>
  <dcterms:modified xsi:type="dcterms:W3CDTF">2026-05-23T09:36:38Z</dcterms:modified>
</cp:coreProperties>
</file>